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61" r:id="rId12"/>
    <p:sldId id="262" r:id="rId13"/>
    <p:sldId id="263" r:id="rId14"/>
    <p:sldId id="269" r:id="rId15"/>
    <p:sldId id="27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8695-7995-B6B7-21BC-5958846CB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399F1-9BB0-D638-42A3-697ADEE3D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752D8-CA6E-E57C-06D2-2BC9F90E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92A80-70C0-4266-49E1-EC17A808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E40A3-A152-3042-5421-19DAD972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32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59ED-51DE-C17E-24C0-D847E29A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95B3E-6982-EFB2-A68E-24E810F0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BD8CA-05E5-021F-77B6-8803359F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67DDD-F4A6-98A0-A2B3-C7997D6C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46741-E0CE-2CA5-B7EB-60F90B45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9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65502-A6E5-7115-6504-544662368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1EE3E-A658-5251-C1CD-FDCCB5FCB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BE043-592F-2032-FD6B-CCBC3C2B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873CC-ABD8-A20F-887A-DA725DED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C1F7D-6231-FDAB-CFDD-FFE92A78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2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CA49-A3C3-A3B7-D09A-77C1CAED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F58B7-37D6-8A6D-5D34-FCEC35642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01DE2-A7D4-583E-ABF3-CF0DD9928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CE11B-4694-EA0D-9458-9E966355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7F839-F061-8F22-2337-C12C6C9B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A36D0-23DD-B40D-065B-77347C190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3D2E-A19B-6557-7B3C-7882B3B28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DA3CE-0971-9A1E-B10E-6CE7788B7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2CB09-DB83-10E6-B05B-B74F2E60C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FB9329-9D38-8FB0-84AF-3C39365E1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49900D-00D6-1656-C0A2-6D190AAB4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64AB48-82FD-4171-51AC-98878A77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FBEC0-2F3E-8DAE-A3B7-84457F1F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735EB-2DDF-3982-6E2C-17C1C7813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4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9186-B7C0-A2A7-C779-6DA5A0FD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574B31-F0EC-617A-1899-E0BC5DF9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37363-9FFC-C872-DA9B-DD54E3467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206F5-3A31-0AFD-E2BC-F25DFF25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2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90743C-46CD-8DF7-BC0D-C8B386B4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6BF3A-892A-4676-B1B1-02F4483FA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1E055-87EB-5198-86BD-EE5050E8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15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FA10B-FBB6-DB5E-4130-A1508589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C6806-B2E2-03E2-777B-26C506AC7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8198D-FA3E-5D4A-2B64-879E4344E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CF425-EE72-C074-B30D-D9DE561C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E4034-52C0-9E40-60FA-992FCD4B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1A490-400B-FD9B-7DD7-C9D8E74DD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27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1D8F4-BAAD-64E3-980E-B895CCFB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DF8C9-0FB3-BC20-4717-E512F726A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E8580-3A3E-4795-C5EF-633B24729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FF7E5-19FE-75CB-B582-4211BD9E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295AC-657D-9E8B-1534-A349DB1A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CD3D0-ADAD-A015-A068-335ED026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7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909B-BE68-8FEC-DDD1-CBEB16CF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64892-0C1E-38B2-3C22-CDE0A3C3A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7FAC4-5405-0F01-0748-B4734FDD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F3EA3-E09A-D8E6-038F-D70E67ECC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D06CA-FC72-DB79-E750-702E0799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0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ECC534-BEE9-2854-7306-2F650BD59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5917CC-F5C5-E6A9-B7A2-E72849719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CE141-44E3-D375-7B42-8BA397A2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74639-3877-2732-6BB4-647A76FE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29F28-42A3-C588-0E07-0CEEEB034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1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CF7562-A6F2-3184-6A28-3E5C74C6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11017-40F5-C815-12C0-5D3A9E464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EC537-F3C8-6788-0F21-3AC9B4563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A1ACB5-ABEF-450C-8388-CAAA42952020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C39B-2AB0-89D4-606F-389AD7F20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51589-6CB8-60C4-057E-449B282F4D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F1747-9D30-4AFC-B38D-10F74BD64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74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D91EBB-8950-4E7F-9B9C-CA32F0DBD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02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4C7B-E5BE-A105-83BA-911C92EAA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0CFFFB-C806-0640-C0CE-47A03B902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7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CA3C-7C7E-D49C-698E-C21DD62C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EF477-AA65-24C1-92DB-9CF2B43EE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56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99112-13E3-FF0E-E8F9-ED114E81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62103-CE31-2581-C42F-1C2384DC5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24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7F4F-71A4-C12C-A489-6C8D21E96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6C013-879F-AB6B-330B-5F814451B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46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B680-6119-00CD-A0A6-CA2B353BB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972BA6-6E2D-8AD3-01F9-C14254A60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DDD4-95BA-C52D-122C-9A627876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40843-2B82-41E5-C4A6-51705A974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64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7299A-BEA2-BE7D-AA63-D9BA1F0A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291EB5-A71A-5399-C362-FB79F478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22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4344-45AF-7022-7696-5F0E94625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1272EC-0A29-190D-032E-BA644F7A2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2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D17C1-3702-14E9-8863-C70A70991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CB461-E9EC-79FB-A309-040B3B6E2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01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13ABA-8647-A59D-1FD2-32B48A42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57FADA-18B1-0B33-A625-611C32047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09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5D62-882D-E403-2B71-7CBDB949B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1D5A30-8132-5876-4253-BAAF44F3A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860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54BC-9D8F-1F8E-A1DD-4A4574125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EF941A-67E7-EDDE-8474-457EE0BEC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68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6249D3-DBAF-1FC4-2D10-43703F7F7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60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B0459-9358-F9D1-8E3C-845D2F5E1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265C59-7391-66F6-EC4C-8963F4612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345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3E045-F150-0F0C-0775-A56015366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EE391-8505-E4D3-3201-569D15DF7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050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B7F6A-6490-6C5E-34A6-1BF08A32B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C74047-4AC2-2523-E36D-CCD929061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90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D28F5-D14E-A115-8210-F4D824C13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F8190D-11BE-50E8-FC3E-6A69F5D0A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08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Quy Hung</dc:creator>
  <cp:lastModifiedBy>Vu Quy Hung</cp:lastModifiedBy>
  <cp:revision>1</cp:revision>
  <dcterms:created xsi:type="dcterms:W3CDTF">2026-08-17T02:31:11Z</dcterms:created>
  <dcterms:modified xsi:type="dcterms:W3CDTF">2026-08-17T02:36:36Z</dcterms:modified>
</cp:coreProperties>
</file>